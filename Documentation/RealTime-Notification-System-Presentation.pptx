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Real-Time Notification &amp; Alert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</a:rPr>
              <a:t>Building Robust Notification Systems with WebSockets, RabbitMQ &amp;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Abstract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28090"/>
                </a:solidFill>
              </a:rPr>
              <a:t>Project Overview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A real-time notification system that replaces inefficient 'Pull' communication with efficient 'Push' architecture using WebSockets and message queuing.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28090"/>
                </a:solidFill>
              </a:rPr>
              <a:t>Key Features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Full-duplex WebSocket communication for instant delivery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RabbitMQ message broker for decoupled architecture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Priority-based routing (Critical, Warning, Normal, Info)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Custom batching algorithm to prevent notification fatigue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Rate limiting and deduplication for spam prevention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05840"/>
            <a:ext cx="80924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Real-Time Communication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WebSocket persistent connections for instant bi-directional data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737360"/>
            <a:ext cx="80924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83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Decoupled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29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RabbitMQ integration to handle thousands of messages without blocking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468880"/>
            <a:ext cx="80924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Reliability &amp; Persistence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Database storage ensures message history even when users are offline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200400"/>
            <a:ext cx="80924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461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Load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493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Batching algorithm prevents UI freezing during high-traffic 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931920"/>
            <a:ext cx="80924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Granular Targeting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Support for both broadcast and targeted 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Java Development Kit 17 (LTS)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Spring Boot 3.2.2 Framework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RabbitMQ 3.x Message Broker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H2/PostgreSQL Database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Maven 3.8+ Build Tool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Docker &amp; Docker-Compose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Hardware Requirements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Processor: Quad-Core 2.4 GHz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(Intel i5/Ryzen 5 or higher)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RAM: 8 GB minimum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(16 GB recommended)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Storage: 1 GB free space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(SSD preferred)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Network: Stable LAN/WAN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for WebSocket connections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Literature Survey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Evolution of Real-Time Web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371600"/>
            <a:ext cx="9144" cy="5943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Early Web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Short Polling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AJAX requests every few seconds - massive HTTP overhead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240280"/>
            <a:ext cx="9144" cy="5943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2000s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Long Polling (Comet)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Server holds request until data available - ties up threads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108960"/>
            <a:ext cx="9144" cy="5943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2010s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Server-Sent Events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Unidirectional push - limited to server-to-client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WebSockets (RFC 6455)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Full-duplex persistent connection - our solution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Message Brokers &amp; Asynchronous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3E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RabbitMQ implements AMQP (Advanced Message Queuing Protocol)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Decouples message production from consumption, enabling zero data loss and horizontal scalability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Key Benefits of Message Broker Architecture: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⚡ Asynchronous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API responds immediately, broker handles delivery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834640"/>
            <a:ext cx="41148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🔄 Load Balancing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Distribute messages across multiple consumers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41148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💾 Message Persistence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Queue holds messages if consumers are overwhelmed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749040"/>
            <a:ext cx="41148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📊 Priority 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4160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Critical alerts bypass low-priority traffic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Algorithms &amp; Modules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Core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Sliding Window Rate Limiting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Prevents DoS attacks and spam by tracking request timestamps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Maintains ConcurrentHashMap of recent requests per user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Rejects requests exceeding 5 messages/minute with 429 error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Priority-Based Routing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CRITICAL &amp; WARNING → notification.critical queue (high priority)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NORMAL &amp; INFO → notification.normal queue (standard processing)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Ensures critical alerts bypass congestion in normal traffic lane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Buffer-and-Flush Batching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Prevents UI lag during high-frequency notification bursts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Collects messages in thread-safe buffer for 5 seconds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Flushes entire batch in single WebSocket frame - 80% bandwidth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Ingestion &amp;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34416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Entry point - validates messages, checks rate limits, verifies recipients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572768"/>
            <a:ext cx="914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Persistence Module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07568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Commits to database before queuing - creates audit trail and source of truth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304288"/>
            <a:ext cx="914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606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Messaging &amp; Routing (RabbitMQ)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8072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Routes to priority queues via TopicExchange based on message criticality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035808"/>
            <a:ext cx="914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Consumer &amp; Batching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53872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Listens to queues, applies batching logic for optimization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767328"/>
            <a:ext cx="914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0690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WebSocket Dispatcher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2702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Delivers via SimpMessagingTemplate to /topic/public or /topic/user/{username}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498848"/>
            <a:ext cx="91440" cy="25603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Architecture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High-Level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Producer-Consumer-Dispatcher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4630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Producer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Admin Dashboard / External Systems → REST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548640" cy="0"/>
          </a:xfrm>
          <a:prstGeom prst="rect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solidFill>
            <a:srgbClr val="E8F5E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2860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Broker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RabbitMQ TopicExchange → Priority Queues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548640" cy="0"/>
          </a:xfrm>
          <a:prstGeom prst="rect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solidFill>
            <a:srgbClr val="FFF3E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1089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Consumer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36499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Spring Boot @RabbitListener Services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548640" cy="0"/>
          </a:xfrm>
          <a:prstGeom prst="rect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FCE4E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9319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Delivery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18795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WebSocket STOMP Protocol → Browser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Flow Diagrams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Client sends JSON to /api/notifications/send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155448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NotificationService validates rate limit &amp; deduplication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192024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205740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Message saved to database with PENDING status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242316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" y="256032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Message published to notification.system.exchange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292608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306324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RabbitMQ routes to queue based on priority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" y="342900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7280" y="356616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NotificationConsumer picks up, updates status to SENT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3232" y="3931920"/>
            <a:ext cx="36576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7280" y="4069080"/>
            <a:ext cx="75895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WebSocketDispatcher pushes to browser via STOMP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Existing vs Proposed System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Existing System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Database-Centric Periodic Polling 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⚠️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</a:rPr>
              <a:t>High Latency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29-second delay unacceptable for critical alerts in stock trading or emergency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⚠️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</a:rPr>
              <a:t>Resource Exhaustion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6712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10,000 users polling every 5s = 2,000 requests/sec just to say 'no updates'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⚠️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</a:rPr>
              <a:t>No True Push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6148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Server cannot distinguish idle vs active users - purely reactive, not proactive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⚠️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</a:rPr>
              <a:t>Bandwidth Waste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35584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HTTP headers outweigh empty payload - massive waste on mobile data plans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</a:rPr>
              <a:t>Poor 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5020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Requires linear scaling of both web servers and databases with user growth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Proposed System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</a:rPr>
              <a:t>Asynchronous Broker-Based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Zero Latency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WebSocket persistent connection delivers updates in 80-150ms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Efficient Resource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6712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One connection per user - 70% reduction in CPU and bandwidth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True Push Capability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6148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Server initiates communication - proactive alert 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Optimized Network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35584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Batching reduces network frames by 95% during burst periods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Horizontal 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5020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RabbitMQ clustering enables seamless scaling without database bottlenecks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Implementation &amp; Results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 Metrics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80-150ms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Critical Alert Latency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062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100-5000ms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Normal Alert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500 msg/sec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Throughput (Burst)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28016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95%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Network Reduction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56032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20624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80%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56616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Batch Efficiency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560320"/>
            <a:ext cx="274320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13232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~256MB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9224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Memory Usage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Testing &amp; Validation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Unit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UserRepository: Correct Optional.empty() for non-existent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NotificationService: Rate limiting validation with ConcurrentHashMap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Priority routing: Correct queue selection based on enum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Integration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RabbitTemplate → NotificationConsumer message delivery verified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Database status transitions: PENDING → SENT confirmed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WebSocket STOMP connection handshake and subscription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Stress Testing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Bulk sender: 500 messages in 1 second - zero crashes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Batching: 500 individual messages → 10-15 batch frames (95% reduction)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UI performance: Maintained 60fps with smooth animations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 &amp; Future Scope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Achievements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Successfully replaced polling with event-driven push architecture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Achieved 80-150ms latency for critical alerts vs 29-second polling delay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Reduced server resource consumption by 70% through persistent connections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Implemented robust batching algorithm preventing UI freezing during bursts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Built production-ready system with rate limiting, deduplication &amp; persistence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Validated scalability: 500 msg/sec throughput with stable 256MB memory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Multi-Channel Delivery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SMS via Twilio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0078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Email summaries via SendGrid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Native mobile push via Firebase Cloud Messaging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82296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3113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Advanced Analytics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1518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Read rate tracking and heatmaps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Alert fatigue pattern identification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5409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User engagement metrics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82296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Preference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Topic-based notification muting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6849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Quiet hours configuration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Priority level customization per user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988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Enhancements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88289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JWT authentication for WebSocket handshake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1023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End-to-end payload encryption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321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Role-based access control (RBAC)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[1] Pivotal Software (2024). Spring Boot Reference Guide.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  Official documentation for Spring Framework and Spring Boot 3.x.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[2] RabbitMQ Team (2023). AMQP 0-9-1 Model Explained.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  Technical specification of Advanced Message Queuing Protocol.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[3] Fette, I. &amp; Melnikov, A. RFC 6455: The WebSocket Protocol.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  Internet Engineering Task Force standard specification.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[4] Goetz, B. Java Concurrency in Practice.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  Reference for ConcurrentHashMap implementation patterns.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[5] Spring Documentation. WebSocket Support in Spring Framework.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  STOMP protocol implementation and SimpMessagingTemplate usage.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5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Notification System</dc:title>
  <dc:subject>PptxGenJS Presentation</dc:subject>
  <dc:creator>Student</dc:creator>
  <cp:lastModifiedBy>Student</cp:lastModifiedBy>
  <cp:revision>1</cp:revision>
  <dcterms:created xsi:type="dcterms:W3CDTF">2026-02-16T09:51:17Z</dcterms:created>
  <dcterms:modified xsi:type="dcterms:W3CDTF">2026-02-16T09:51:17Z</dcterms:modified>
</cp:coreProperties>
</file>